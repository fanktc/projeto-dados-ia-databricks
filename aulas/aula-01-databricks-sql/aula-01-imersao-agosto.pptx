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12" r:id="rId63"/>
    <p:sldId id="313" r:id="rId6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1" r:id="rId62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6.xml"/><Relationship Id="rId34" Type="http://schemas.openxmlformats.org/officeDocument/2006/relationships/slide" Target="slides/slide37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1.xml"/><Relationship Id="rId39" Type="http://schemas.openxmlformats.org/officeDocument/2006/relationships/slide" Target="slides/slide42.xml"/><Relationship Id="rId40" Type="http://schemas.openxmlformats.org/officeDocument/2006/relationships/slide" Target="slides/slide43.xml"/><Relationship Id="rId41" Type="http://schemas.openxmlformats.org/officeDocument/2006/relationships/slide" Target="slides/slide44.xml"/><Relationship Id="rId42" Type="http://schemas.openxmlformats.org/officeDocument/2006/relationships/slide" Target="slides/slide45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51.xml"/><Relationship Id="rId46" Type="http://schemas.openxmlformats.org/officeDocument/2006/relationships/slide" Target="slides/slide52.xml"/><Relationship Id="rId47" Type="http://schemas.openxmlformats.org/officeDocument/2006/relationships/slide" Target="slides/slide53.xml"/><Relationship Id="rId48" Type="http://schemas.openxmlformats.org/officeDocument/2006/relationships/slide" Target="slides/slide54.xml"/><Relationship Id="rId49" Type="http://schemas.openxmlformats.org/officeDocument/2006/relationships/slide" Target="slides/slide55.xml"/><Relationship Id="rId50" Type="http://schemas.openxmlformats.org/officeDocument/2006/relationships/slide" Target="slides/slide56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9.xml"/><Relationship Id="rId62" Type="http://schemas.openxmlformats.org/officeDocument/2006/relationships/slide" Target="slides/slide28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4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SQL, Genie e Claude Code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lakehouse_rotaperfume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Ele nasce vazio, com um schema default que a gente não vai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própria tela explica: 'a catalog is the first layer of Unity Catalog's three-level namespace'. É o primeiro dos três níveis do nome.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DENTRO DO CATÁLOGO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os dois schemas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lakehouse_rotaperfume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 que você acabou de criar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o dado entra cru, como veio da origem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ele entra limpo — é a noite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gold?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depois, quando existir fato e dimensão para guardar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DÚVIDA DE TODO MUNDO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não é tabela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aparecem embaixo do catálogo na tela. Mas fazem coisas diferentes.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gaveta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linha nenhuma. Ele organiza, separa e é onde a permissão é dada.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dois ou três, no começo do projeto, e quase nunca mexe de novo.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dado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colunas, tipos e linhas. É o que a query lê e o que ocupa espaço em disco.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dezenas, e elas mudam toda semana conforme o projeto anda.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quatro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lakehouse_rotaperfume;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lakehouse_rotaperfume.silver;   -- dado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 IF NOT EXISTS lakehouse_rotaperfume.bronze.raw;  -- o CSV chega aqui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 as tabelas vêm depois, quando houver dado para colocar dentro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repositório o catálogo se chama rota_perfume — crie o seu com o nome que quiser, só troque o prefixo nas queries.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4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7830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quatro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0662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0662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5546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5546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0430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0430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não responde pergunta. Ele constrói.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código, roda no seu ambiente e versiona no Git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contexto e de alguém que saiba revisar o resultado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trabalho é construir, não consultar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pedir uma análise e ter alguém trabalhando pra você.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4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11480" y="393192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40080" y="3931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69748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20624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1500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→ escolha → protótipo → teste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· levanta tudo que a área pediu, sem filtrar nem julgar ainda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· uma só. A que vale mais dinheiro e cabe no dado que existe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· a versão mais burra que já responde. Aqui, uma query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· mede contra o que aconteceu de verdade. Sem isso é opinião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· só o que passou no teste vira pipeline agendado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existe para matar ideia ruim barato. Semana perdida é a que descobre no deploy o que a query responderia em 25 segundos.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CICLO, NESTE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diretoria quer propensão, churn e previsão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escolhido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Propensão: é a que vira ligação amanhã de 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query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compra + ritmo do cliente. Zero modelo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 contra agosto. Ligar para todos: 42,3%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