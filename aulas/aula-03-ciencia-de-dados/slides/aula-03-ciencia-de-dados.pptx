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 a citação respirar. Leia em voz alta, sem pressa, e pare depois de 'Me diz quais 200'. O silêncio aqui vale mais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'E sim, se a pergunta fosse sobre desconto, o modelo certo seria outro, chamado uplift. Mas aqui a pergunta é priorização de esforço, e para isso propensão é exatamente a ferramenta certa.'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medidos no workspace com seed 42, corte 2026-08-01, janela de 7 dias, score out-of-fold. O zero da segunda linha é o melhor número da aula: a intuição mais comum do comercial acerta nenhum dos 200. E ordenar pelo atraso puro, sem modelo, acerta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 não é etapa de fim de projeto — é o que acontece toda vez que você termina alguma coisa. Por isso são três, e não um no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assim que nasce o modelo que ninguém consegue colocar em produção: repositório novo, notebook solto, ambiente à parte. Aqui ML é mais uma camada do mesmo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isso no SQL Editor de verdade. São 30 segundos e é o que dá autoridade ao resto: nada do que vem hoje é slide, é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amarra a noite 2 na noite 3: a feature valor_total do prompt 1 sai daqui. Feature errada não dá erro — dá fila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perguntar 'e se a empresa mudar a política de desconto?': quebra a primeira premissa, o modelo precisa de retreino, e é exatamente por isso que ele mora num pipeline agendado e não num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parte que não dá para terceirizar: depende de saber como a empresa vende. Duas pessoas com o mesmo dado e o mesmo algoritmo chegam a modelos muito diferentes por causa deste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terceiro cliente está há 545 dias sem comprar, com ciclo de 43. Dez vezes atrasado. Pergunte para a sala se vale ligar para ele — a resposta intuitiva é sim, e o slide seguinte mostra que é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a sala espera a aula ficar difícil, e é o slide mais curto da noite. Diga isso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para parar e deixar a sala olhar. Os dois números saíram do modelo treinado, não são exemplo inventado.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números são as respostas da sala, medidas. O 0,37 é o momento da noite: não é 'um pouco ruim', é invertido — a mesma coisa que o '0 de 200' do slide 7 diz em linguagem comercial. Se alguém perguntar por que não usar acurácia: com 10% de compradores, um modelo que diz 'ninguém compra' acerta 90% e é inútil.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Quebre um destes de propósito ao vivo. Teste que ninguém viu falhar não convence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perguntarem por que não é a mesma cota para todo mundo: porque a carteira de um vendedor é mais quente que a do outro. A fila é global, a capacidade é que é por pessoa. Dar 5 fixos para cada obrigaria a ligar para cliente frio enquanto sobra cliente quente na mesa do vizinho.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IMERSÃO AO VIVO · NOITE 3 DE 4 · 26/08 · 19H30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87168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spc="-7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279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spc="-15">
                <a:solidFill>
                  <a:srgbClr val="7CC8FF"/>
                </a:solidFill>
                <a:latin typeface="Arial"/>
              </a:rPr>
              <a:t>Ciência de dados 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A85"/>
                </a:solidFill>
                <a:latin typeface="Arial"/>
              </a:rPr>
              <a:t>Rota do Perfume · Databricks + MLflow +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ONTEM À NOITE, DEPOIS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diretor comercial ligou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3101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“Luciano, a plataforma ficou boa. Dashboard bonito, o Genie responde tudo.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96312"/>
            <a:ext cx="9814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Mas o meu time não vive de dashboard. Eu tenho 42 vendedores e, somando</a:t>
            </a:r>
          </a:p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todo mundo, dá umas 200 ligações boas por semana. No melhor mês.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92424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Eu tenho 3.000 clientes na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959352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-20">
                <a:solidFill>
                  <a:srgbClr val="7CC8FF"/>
                </a:solidFill>
                <a:latin typeface="Arial"/>
              </a:rPr>
              <a:t>Me diz quais 200.”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5822695"/>
            <a:ext cx="100519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Essa é a aula de hoje.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TAMANHO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200 de 3.000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3.000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clientes na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1746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746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ligações por semana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7692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7692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da base por semana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38928"/>
            <a:ext cx="10820095" cy="10241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09184"/>
            <a:ext cx="10051999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cliente é abordado, em média, uma vez a cada 15 semanas.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vendedor ligar para os 200 errados, a empresa perde quatro meses.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LIMITE DO QUE A GENTE JÁ 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Tudo que a gente construiu olha para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A GOLD RESPONDE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6" y="150876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O DIRETOR PRECISA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10549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comprou mais no 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110549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vai comprar semana que vem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919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96933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marca vendeu melhor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896933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Para quem ligar amanhã de manhã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65576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83317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Quanto faturamos em outubro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3683317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está prestes a sumir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469701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DESCRIÇÃO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4469701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PRIORIZAÇÃO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7CC8FF"/>
                </a:solidFill>
                <a:latin typeface="Arial"/>
              </a:rPr>
              <a:t>Dashboard mostra o passado com precisão. Ninguém liga para o passado.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MAIORIA DAS EMPRESAS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jeitos de escolher os 200 — todos ruins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maiores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Eles já compram. Você gasta ligação com quem ia comprar de qualquer jeito.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que sumiram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há mais tempo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Muitos já foram embora. Você gasta ligação em cliente perdido.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A intuição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do vendedor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Funciona para os 20 que ele lembra. E os outros 2.980?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23036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4575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Todos os três são defensáveis numa reunião.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todos os três desperdiçam ligação.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VAMOS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Ordenar por probabilidade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3.000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580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628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2932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 de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propensão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3409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7457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3761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de 0 a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4237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8285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54589" y="2306701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ordena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5066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9114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418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pega os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200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66160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3833876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Não é classificar quem compra e quem não compra. É ORDENAR.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vendedor não precisa de um sim ou não — precisa de uma fila.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MÉTRICA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é acurácia.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É quantos dos 200 compraram.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993391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ESTRATÉGIA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8856" y="1993391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DOS 200 ABORDADOS, QUANTOS COMPRAM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3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549461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aleatório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8856" y="2549461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    ·  a taxa base da semana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238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244405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Ligar para quem sumiu há mais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8856" y="3244405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0     ·  esses já foram embora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67327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939349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para os maiores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856" y="3939349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6227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634293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Ligar para os 200 de maior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6" y="4634293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86     ·  4,25× o aleatório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285232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500624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Isso tem nome: LIFT. Quantas vezes melhor que o aleatório.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É o número que você leva para a reunião — não o AUC.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COMO A GENTE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prompts, três deploys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1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Uma linha por cliente, 20 colunas que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descrevem o comportamento dele.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gold.features_cliente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gold.features_treino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2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Baseline, treino, MLflow, registro no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Unity Catalog e a nota de cada um.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o modelo no catálogo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gold.score_propensao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PROMPT 3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A fila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Os 200 da semana, com motivo em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português e o que oferecer.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gold.fila_semanal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as 4 ferramentas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3367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47192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prompt termina em DEPLOY. Não é protótipo que vira produção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depois: já nasce dentro do pipeline que roda sozinho todo 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ESSE CÓDIGO VAI MORAR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ML é camada, não projeto à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Nenhum repositório novo. As três tarefas entram no MESMO job de terça.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187451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3447" y="2276856"/>
            <a:ext cx="9372447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raw → bronze → silver ×4 → dimensões → fato → marts → testes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├→ métricas → auditoria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└→ ml_features → ml_modelo → ml_fila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23944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305109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12 → 15 tarefas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4305109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job de ontem ganha três. Continua sendo um bundle run só.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5018341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Os mesmos testes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5018341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Modelo ruim quebra o pipeline, igual a dado nulo.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550408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731573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mesma 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5731573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Faltou COMMENT numa coluna de feature? O job para.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NOITE 2 DEIXOU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matéria-prima já está 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21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96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SELECT COUNT(*) AS linhas, ROUND(SUM(receita), 2) AS receita</a:t>
            </a:r>
          </a:p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FROM   lakehouse_rotaperfume.gold.fato_vendas;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191.080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linhas no fato, no grão de item de pedido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R$ 102.303.828,05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 receita, com devolução já descontada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891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551997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 dimensões + 1 fato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4551997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cliente, produto, vendedor, calendário — e fato_vendas.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6577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228653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 marts + 6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5228653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vendedor, produto, financeiro. E as views que o Genie já lê.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742432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5905309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11 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8696" y="5905309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 interrompem o job quando o número não fecha.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ESSA TABELA EXISTE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dado não chegou assim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As dez sujeiras da noite 2, nos números do dataset de vocês.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74557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3.443 pedidos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8536" y="2174557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12% das datas vieram em dd/mm/aaaa, o resto em ISO.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7919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832925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40 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832925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duplicados: id novo, mesmo CNPJ escrito de outro jeito.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37559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491293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1.111 + 223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3491293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CNPJ pontuado e CNPJ com espaço em volta. Três formatos ao todo.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95927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4149661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957 pedidos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149661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cancelados com valor_total = 0 — e o ITEM sem flag nenhuma.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54295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4808029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2.327 itens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4808029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 devolução, gravados como quantidade negativa.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73633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bronze guardou tudo isso exatamente como veio.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silver é onde some — e é por isso que hoje dá para construir feature.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ACONTECE SE NINGUÉM LIMPAR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R$ 3,5 milhões de receita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 nunca existiu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58432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21991"/>
            <a:ext cx="10088575" cy="158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somando o item cru, como ele veio do ERP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SUM(valor_bruto) FROM bronze.itens_pedido;   -- 105.890.448,42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a gold, com os 957 pedidos cancelados fora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SUM(receita)     FROM gold.fato_vendas;      -- 102.303.828,05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4223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314253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 diferença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5816" y="4314253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R$ 3.586.620,37 em itens de pedido que o cliente cancelou.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37175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5009197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Por que passa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5009197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pedido diz valor_total = 0. O item não diz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1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5704141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quebraria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5704141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'Quanto este cliente gasta' erraria em todo cliente que já cancelou.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QUALQUER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um modelo, afinal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1708213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programa com regras que alguém escreveu. Ninguém digita 'se atraso &gt; 2 então quente'.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5656" y="2458021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função que recebe colunas e devolve um número entre 0 e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Aprende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5656" y="3207829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olhando milhares de clientes do passado em que a resposta JÁ é conhecida.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Devolve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3957637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nota de propensão. Não uma certeza, não uma causa, não uma promessa.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045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não descobre POR QUE o cliente compra.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descobre quais combinações de colunas andaram junto com 'comprou'.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QUATRO PALAVRAS QUE VÃO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Feature, rótulo, treino e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9202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24987" y="1764792"/>
            <a:ext cx="8480907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FEATURES (X)                          RÓTULO (y)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o que se sabia até 31/07              o que aconteceu depois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┌──────────────────────────┐          ┌──────────┐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│ recência  atraso  ticket │   ──→    │ comprou? │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└──────────────────────────┘          └──────────┘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84790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 ·  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384790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clientes que o modelo VÊ. É olhando para eles que ele se ajusta.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3891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57942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Teste  · 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457942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que ele NÃO vê. A única nota honesta que existe.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74920"/>
            <a:ext cx="10820095" cy="8686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83707"/>
            <a:ext cx="100519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Nota tirada no treino é prova com o gabarito na mão.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Todo número que a gente levar para a tela sai do teste.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ESTAMOS ASSUMINDO — E ONDE ISSO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As cinco premissas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662493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passado se repete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8696" y="1662493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setembro se parece o bastante com agosto. Quebra em mudança de política comercial.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6712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320861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futuro não entrou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2320861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nenhuma coluna sabe o que houve depois do corte. É o vazamento, e é o próximo slide.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2549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979229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Uma linha por 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8696" y="2979229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clientes não se influenciam. Quebra se dois forem a mesma rede.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3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637597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parecido com o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8696" y="3637597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eu pontuo se parece com quem eu treinei. Quebra com base nova.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4223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295965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Ordenar, não explicar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8696" y="4295965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'atraso alto anda junto com compra' não é 'atraso alto CAUSA compra'.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Premissa não é detalhe teórico: é a lista do que conferir quando o modelo começar a errar.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1 DE 3 · PRIMEIRO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que descreve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A parte que mais vale dinheiro no projeto.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DESCREVE 80% DO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Transformar o dado que existe em colunas que RESPONDEM à pergunta.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mesma informação, escrita de outro jeito, vale muito diferente.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AGREGAR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Muitas linhas viram uma.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28.729 pedidos → um número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 cliente: quantos, quanto,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quando foi o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RELATIVIZAR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Comparar o cliente com ele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mesmo.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'20 dias sem comprar' vira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'2,9× o ciclo dele'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SINALIZAR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Evento vira coluna.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'apareceu na lista de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compradores do lançamento'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vira 1 ou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155501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que NÃO 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5155501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escolher algoritmo, ajustar hiperparâmetro, procurar biblioteca nova.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TUDO SAI DA GOLD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Nenhuma fonte nova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20095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76347" y="2039112"/>
            <a:ext cx="9029547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gold.fato_vendas       ─┐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silver.oportunidades   ─┼→   gold.features_cliente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silver.visitas         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Uma linha por cliente. Vinte colunas descrevendo o comportamento dele.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É isso que o modelo vai ler.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PONTO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Recência, frequência,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Faz quanto tempo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que ele comprou?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recencia_dias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4354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4354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Com que frequência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ele compra?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4354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frequencia_pedidos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300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300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Quanto ele gasta?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0300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valor_total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6811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68553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Três colunas. Se você só tiver isso, já é melhor que a intuição.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PROBLEMA DO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Dois clientes, a mesma recência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Perfumaria Aurora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FF6B5A"/>
                </a:solidFill>
                <a:latin typeface="Arial"/>
              </a:rPr>
              <a:t>Quase 3x atrasado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 hoje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4487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Boutique Essenza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90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3B9DF5"/>
                </a:solidFill>
                <a:latin typeface="Arial"/>
              </a:rPr>
              <a:t>Está no 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Não incomoda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9379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43204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Mesma recência. Situações opostas.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Ordenar por recência coloca os dois na mesma posição da fila.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TABELA DE FEATURES TEM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Uma linha por cliente. Só isso.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Três clientes reais da base, com as colunas que o modelo vai ler.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208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20208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COMPROU HÁ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7608" y="20208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COMPRA A 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20208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ATRASO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2020824"/>
            <a:ext cx="1005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PEDIDOS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5288" y="2020824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386584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544445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Casa de Fragrâncias Sublime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544445"/>
            <a:ext cx="1280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10 dias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7608" y="2544445"/>
            <a:ext cx="1554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50 dias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2544445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0,2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544445"/>
            <a:ext cx="1005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05288" y="2544445"/>
            <a:ext cx="11247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R$ 38 mil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0837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166237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Bella Diva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166237"/>
            <a:ext cx="1280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29 dias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8" y="3166237"/>
            <a:ext cx="1554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30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3166237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0,95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166237"/>
            <a:ext cx="1005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5288" y="3166237"/>
            <a:ext cx="11247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R$ 52 mil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3016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788028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Comercial Lumiar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788028"/>
            <a:ext cx="1280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545 dias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3788028"/>
            <a:ext cx="15544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43 dias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3788028"/>
            <a:ext cx="914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10,0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5128" y="3788028"/>
            <a:ext cx="1005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3788028"/>
            <a:ext cx="11247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R$ 61 mil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306824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9848" y="452221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São 20 colunas assim. Nenhuma delas é opinião —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todas saem de somar e dividir o que já aconteceu.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CONHECIMENTO DE NEGÓCIO VIRANDO COLUNA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Atraso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7CC8FF"/>
                </a:solidFill>
                <a:latin typeface="Consolas"/>
              </a:rPr>
              <a:t>atraso_relativo  =  recencia_dias / intervalo_medio_dias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~1,0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Está no ritmo dele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ROTINA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2,0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Duas vezes atrasado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ATENÇÃO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6B5A"/>
                </a:solidFill>
                <a:latin typeface="Consolas"/>
              </a:rPr>
              <a:t>&gt; 3,0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Provavelmente foi pro concorrente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URGENTE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04688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Não vem de biblioteca nenhuma. Vem de entender como a empresa vende.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É essa feature que vai ordenar a fila dos 200.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CLAUDE CODE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Quatro grupos, uma tabela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RFM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recência, frequência, valor total, ticket médio, margem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025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629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Ritmo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intervalo médio, desvio do intervalo, atraso relativo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oportunidades, taxa de ganho, visitas, conversão de visita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21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SKUs, categorias, concentração em marca, comprou lançamento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19272"/>
            <a:ext cx="10820095" cy="13589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547872"/>
            <a:ext cx="10088575" cy="1358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razao_social, recencia_dias, intervalo_medio_dias,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   ROUND(atraso_relativo, 1) AS atraso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FROM   lakehouse_rotaperfume.gold.features_cliente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ORDER  BY atraso_relativo DESC LIMIT 10;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2 DE 3 · SEGUNDO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E o erro que mata projeto em produção.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COMO SE SABE SE O MODELO É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Esconda parte dos clientes.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Depois confira.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77337" y="2249424"/>
            <a:ext cx="872855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2.815 clientes que já compraram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│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├──  2.111  TREINO   o modelo vê. É olhando para eles que aprende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│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└──    704  TESTE    o modelo NÃO vê. Guardados no cofre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325112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51542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esconder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4515421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Nota tirada no treino é prova com o gabarito na mão.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56631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524694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se mede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5246941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Dos 704 escondidos, o modelo acertou quem ia comprar?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88152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996431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Todo número que a gente levar para a tela hoje sai dos 704.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ESPECIFICAÇÃO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Antes de codar, escreva 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984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37944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Dado o comportamento de um cliente até hoje, qual a probabilidade</a:t>
            </a:r>
          </a:p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de ele fazer um pedido nos próximos 7 dias?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Unidade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cliente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Janela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 dias — a semana da ligação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Rótulo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Comprou (1) ou não (0)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B9DF5"/>
                </a:solidFill>
                <a:latin typeface="Arial"/>
              </a:rPr>
              <a:t>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Ordenar a fila dos 200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PARTE QUE TODO MUNDO ACHA QUE É 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algoritmo tem três linhas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6873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12687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 = HistGradientBoostingClassifier(random_state=42)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modelo.fit(X_treino, y_treino)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score  = modelo.predict_proba(X_cliente)[:,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088957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árvore, e não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3088957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Ela acha sozinha que atraso perto de 1,5 é ouro e acima de 3 é cliente perdido.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48456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857053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predict_proba, nunca 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3857053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predict devolve 0 ou 1. A fila precisa de nota, não de sim ou não.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416552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625149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random_state=42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4625149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Sem semente fixa, dois treinos dão listas diferentes. E aí ninguém confia.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749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2903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Estas três linhas são iguais em qualquer empresa do mundo.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que muda é o X — e o X foi o prompt 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DOIS CLIENTES REAIS, DOIS EXTREMOS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Quem comprou ontem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compra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993391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19933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COMPROU HÁ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19933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COMPRA A 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9448" y="1993391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NOTA DO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59151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91942"/>
            <a:ext cx="3566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Bella Diva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591942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29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2007" y="259194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30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9448" y="2591942"/>
            <a:ext cx="2130552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0,97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63823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396614"/>
            <a:ext cx="3566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Comercial Sublime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396614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1 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3396614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51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3396614"/>
            <a:ext cx="2130552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BAAC0"/>
                </a:solidFill>
                <a:latin typeface="Consolas"/>
              </a:rPr>
              <a:t>0,00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05072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249927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comprou ONTEM vale zero. O que está há um mês, no ritmo dele,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vale 0,97. É por isso que "ligue para quem sumiu" não funciona.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9379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7CC8FF"/>
                </a:solidFill>
                <a:latin typeface="Arial"/>
              </a:rPr>
              <a:t>Distribuição funciona por ciclo de reposição: o varejista acabou de receber a mercadoria — ele não compra de novo agora.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VAI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AUC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0700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Sorteie dois clientes: um que comprou e um que não.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Com que frequência o modelo dá a nota maior para quem comprou?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6B5A"/>
                </a:solidFill>
                <a:latin typeface="Arial"/>
              </a:rPr>
              <a:t>0,35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quem sumiu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fila está INVERTIDA: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seguir o contrário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seria melhor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457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457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a moeda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457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a ordem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metade das vezes.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não sabe 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903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03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64 de cada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100 pares. melhor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nada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49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3B9DF5"/>
                </a:solidFill>
                <a:latin typeface="Arial"/>
              </a:rPr>
              <a:t>0,88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49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49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quem comprou vem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frente em 88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de cada 100 pares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949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610352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compara FILAS. Lift conta LIGAÇÕES.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primeira é para você conferir; a segunda é para a reunião.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ERRO QUE MAIS MATA MODELO NA VIDA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Prever a semana que vem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com informação da semana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76397" y="2249424"/>
            <a:ext cx="8629497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|---- features até 31/07 ----|CORTE|---- comprou até 07/08? ----|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01/08/2026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F6B5A"/>
                </a:solidFill>
                <a:latin typeface="Arial"/>
              </a:rPr>
              <a:t>Errado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com todo o histórico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0,98 — e quebra em produção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B9DF5"/>
                </a:solidFill>
                <a:latin typeface="Arial"/>
              </a:rPr>
              <a:t>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cortadas em 31/07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menor — e funciona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0235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31977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alto demais é sinal de vazamento, não de competência.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O MODELO ENTRA NOS MESMOS TESTES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dado errado quebra.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modelo ruim funciona.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192845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Dado nulo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0056" y="2192845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Explode, fica vermelho, alguém é avisado no mesmo 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942653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Modelo ruim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2942653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Devolve nota para todo mundo, na faixa certa, sem erro nenhum.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930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692461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O resultado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3692461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Pipeline verde, dashboard atualizado, e a lista errada por seis meses.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79392"/>
            <a:ext cx="10820095" cy="113347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1008857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&gt; melhor_baseline + 0.05, "o modelo não ganha da regra simples"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&lt; 0.99,                   "bom demais é vazamento"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lift_top200 &gt;= 2.5,           "a fila não se paga"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6188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CC8FF"/>
                </a:solidFill>
                <a:latin typeface="Arial"/>
              </a:rPr>
              <a:t>O teste que quase ninguém escreve é o primeiro: o modelo ganha do que a gente já fazia de graça?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AINDA NO PROMPT 2 · TERCEIRO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Por que não basta salvar um .pkl numa pasta.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DO PORQUÊ, O QUÊ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MLflow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Uma biblioteca aberta — criada pela Databricks — que registra tudo o que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acontece num treino, e um servidor que guarda isso para sempre.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diário.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Cada treino vira um run,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com o que entrou e o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saiu.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formato do pacote.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modelo + o ambiente +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schema de entrada,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num diretório só.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Registry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versionamento.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v1, v2, v3 e os apelidos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@prod e @challenger.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comparação.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Dois modelos lado a lado,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mesma tela, com as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mesmas métricas.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1888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990909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No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6" y="4990909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já vem instalado, e o Registry É o Unity Catalog — o mesmo do dado.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QUANDO VOCÊ NÃO ESTIVER MAIS NO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“Esse modelo ainda está bom?”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PERGUNTA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5976" y="150876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SEM MLFLOW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8311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versão está em produção?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5976" y="208311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Ninguém sabe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243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1463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Com que dado foi treinada?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281463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Perdido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4615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Está melhor ou pior que a anterior?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354615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Impossível comparar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08736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27767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treinou e quando?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5976" y="427767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cara saiu da empresa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86400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10935"/>
            <a:ext cx="10051999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não faz a empresa vender mais. O MODELO faz.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garante que ele continue existindo depois que você sair.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TRÊS COISAS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o MLflow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 cada treino: parâmetros, métricas, artefatos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 Registry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Versiona e controla o estágio: staging, produção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Comparação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Dois modelos lado a lado, na mesma tela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26664"/>
            <a:ext cx="10820095" cy="17556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255264"/>
            <a:ext cx="10088575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with mlflow.start_run(run_name="propensao_v1"):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mlflow.log_params(params)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mlflow.log_metric("auc", auc)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mlflow.log_metric("lift_top200", lift)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mlflow.sklearn.log_model(modelo, "modelo",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    registered_model_name="propensao_compra")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Repare no lift_top200. Essa é a métrica que responde a pergunta do diretor — e é ela que a gente versiona.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ISSO IMPORTA NESTE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motivos concretos,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238565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job retreina sozinho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2238565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Toda semana nasce um modelo novo. Sem registry, ninguém sabe qual gerou a fila de hoje.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39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079813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fila guarda a versão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3079813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score_propensao grava o número da versão. Dá para auditar a lista de três semanas atrás.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7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921061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Rollback é uma linha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921061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set_registered_model_alias(modelo, 'prod', 1). Nenhum deploy, nenhum código alterado.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45152"/>
            <a:ext cx="10820095" cy="9260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73752"/>
            <a:ext cx="10088575" cy="926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# quem consome nunca precisa saber o número da versão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mlflow.sklearn.load_model("models:/...propensao_compra@prod")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350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Sem isso, "o modelo está pior esse mês" é uma conversa sem prova de nenhum dos dois lados.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3 DE 3 · QUARTO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Os 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Do score à ligação.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OS PROJETOS DE ML MORREM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último metro é o mais difícil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787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835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3139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3823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7871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 na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tabela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4859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6B5A"/>
                </a:solidFill>
                <a:latin typeface="Arial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8907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Alguém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ligar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26080"/>
            <a:ext cx="10820095" cy="1600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200400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“Já vi empresa com modelo excelente rodando há dois anos, AUC de 0,89,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e o vendedor continuando a ligar pela intuição. Porque o score estava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numa tabela que ele nunca abriu.”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 último metro é o mais difícil. E é o que o agente resolve.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PIPELINE ENTREGOU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lista de segunda-feira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Três linhas da fila_semanal, exatamente como saíram da tabela.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208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2020824"/>
            <a:ext cx="82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NOTA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2020824"/>
            <a:ext cx="6428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POR QUE ESTÁ NA LISTA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86584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85148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Essência Nova 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2585148"/>
            <a:ext cx="8229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0,90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585148"/>
            <a:ext cx="64282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Comprou lançamento recente. Alta chance de repetir.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815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280092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Perfumaria Aurora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7" y="3280092"/>
            <a:ext cx="8229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0,88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3280092"/>
            <a:ext cx="64282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4 pedidos nos últimos 90 dias. Ciclo curto — não esfrie.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76472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975036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Bella Vita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3975036"/>
            <a:ext cx="8229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0,87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3975036"/>
            <a:ext cx="64282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Mais da metade das visitas viram pedido (67%). Vale a ida.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489704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05096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vendedor não recebe um número. Recebe um nome, uma ordem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uma frase que ele entende antes de discar.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ÚLTIMA CAMADA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Ele não inventa. Ele consulta.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FERRAMENTA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68696" y="150876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FAZ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92261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priorizar_carteira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2092261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Cruza carteira + score + features e ordena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4261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42069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contexto_cliente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8696" y="2842069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Histórico, ticket médio, marcas preferidas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9242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91877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sugerir_produtos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3591877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ele compra e parou de comprar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422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341685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checar_disponibilidade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4341685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Estoque real, com flag de ruptura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2007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Regra do sistema: use sempre as ferramentas, nunca invente número.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Agente sem dado organizado por trás é chute com sotaque.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VENDEDOR ABRE NA SEGUNDA DE 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resposta para o diretor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703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6A85"/>
                </a:solidFill>
                <a:latin typeface="Arial"/>
              </a:rPr>
              <a:t>Vendedor: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783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Quem eu ligo essa semana?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Arial"/>
              </a:rPr>
              <a:t>Agente: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2219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Seus 6 desta semana, em ordem: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79192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1. Perfumaria Aurora — score 0,91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53512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Comprava a cada 8 dias, está há 26 sem pedido. Risco de perder.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Ofereça: Layali Oud EDP — em estoque.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4845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2. Drogaria Bella Vita — score 0,87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2277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Comprou o lançamento no mês passado. Alta chance de repetir.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37997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3. Boutique Essenza — score 0,84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5429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R$ 62 mil no ano. Cliente grande, manter próximo.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Os 200 de maior score da base inteira — e a fatia de cada vendedor varia de 2 a 10.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LISTA NÃO REPETE A MESMA DESCULPA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Seis motivos, 200 contatos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087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MOTIVO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8807" y="1508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CONTATOS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1508760"/>
            <a:ext cx="5696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O VENDEDOR FAZ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99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Comprou lançamento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8807" y="199993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199993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Oferece o resto da linha nova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2316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54857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Ciclo curto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54857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33288" y="254857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Mantém a cadência, não deixa esfriar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7180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09721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Visita converte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7" y="309721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309721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Marca visita em vez de ligar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2044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6458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Cliente grande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7" y="364585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364585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Relacionamento, não empurra produto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6908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1944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Manutenção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807" y="419449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419449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Consolas"/>
              </a:rPr>
              <a:t>Contato rápido de rotina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617720"/>
            <a:ext cx="10820095" cy="4572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47431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Atrasado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8807" y="4743132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6B5A"/>
                </a:solidFill>
                <a:latin typeface="Consola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3288" y="4743132"/>
            <a:ext cx="56967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6B5A"/>
                </a:solidFill>
                <a:latin typeface="Consolas"/>
              </a:rPr>
              <a:t>Liga hoje — risco de perder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CC8FF"/>
                </a:solidFill>
                <a:latin typeface="Arial"/>
              </a:rPr>
              <a:t>Se os 200 saíssem com o mesmo motivo, a lista viraria enfeite. A ordem das regras é que garante isso.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RESPOSTA COMPLETA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573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01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DEPOIS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2082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Intuição do vendedor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901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 de propensão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3288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67919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20 que ele lembra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901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3.000 avaliados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9125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337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Ordem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Aleatória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Por probabilidade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49624"/>
            <a:ext cx="10820095" cy="76809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995928"/>
            <a:ext cx="36576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573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“Faz tempo que não falo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 ele”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Atraso relativo, histórico,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sugestão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72744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" y="487375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Resultado medido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vendas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86 vendas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7424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5941568"/>
            <a:ext cx="1005199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Mesmo time. Mesmas 200 ligações. Mais de quatro vezes o resultado.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 ONDE A GENTE VEIO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arco de três noites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3246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66947" y="1810512"/>
            <a:ext cx="8038947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CSV sujo numa pasta                    segunda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Bronze · Silver · Gold                   terça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Features · Modelo · MLflow              quarta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"Ligue para esses 200"                  quarta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79008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-15">
                <a:solidFill>
                  <a:srgbClr val="7CC8FF"/>
                </a:solidFill>
                <a:latin typeface="Arial"/>
              </a:rPr>
              <a:t>E vocês construíram junto. Não assistiram.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Dashboard descreve o passado.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Modelo prevê o futuro.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Agente diz o que fazer na segunda de manhã.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