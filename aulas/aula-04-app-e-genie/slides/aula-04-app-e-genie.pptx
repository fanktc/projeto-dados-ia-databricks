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com a URL do app FECHADA. A sala precisa sentir a falta antes de ver 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R$ 105.890.448,42 no item cru contra R$ 102.303.828,05 na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segunda linha é o momento da noite 3: a intuição comercial não estava imprecisa, estava invertida.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esta query no fecho da noite — está no QUERIES.md.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as duas audiências moram no mesmo space, as instruções brigam: o que serve para o vendedor vira ruído para o diretor.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service principal muda a cada app criado. Leia com `databricks apps get`, nunca copie de outro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roteiro completo, com as queries prontas, está em passo-a-passo/03-retorno.md.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o melhor momento da noite. Não corra: faça os quatro passos devagar, com a sala olhando 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Links conferidos contra o índice oficial (docs.databricks.com/llms.txt) no dia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IMERSÃO AO VIVO · NOITE 4 DE 4 · 27/08 · 19H30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95728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800" b="1" spc="-60">
                <a:solidFill>
                  <a:srgbClr val="FFFFFF"/>
                </a:solidFill>
                <a:latin typeface="Arial"/>
              </a:rPr>
              <a:t>E quem não</a:t>
            </a:r>
          </a:p>
          <a:p>
            <a:pPr algn="l">
              <a:lnSpc>
                <a:spcPct val="92000"/>
              </a:lnSpc>
            </a:pPr>
            <a:r>
              <a:rPr sz="7800" b="1" spc="-60">
                <a:solidFill>
                  <a:srgbClr val="FFFFFF"/>
                </a:solidFill>
                <a:latin typeface="Arial"/>
              </a:rPr>
              <a:t>escreve SQL?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709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spc="-15">
                <a:solidFill>
                  <a:srgbClr val="7CC8FF"/>
                </a:solidFill>
                <a:latin typeface="Arial"/>
              </a:rPr>
              <a:t>Apps, agentes e o caminho de volta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A85"/>
                </a:solidFill>
                <a:latin typeface="Arial"/>
              </a:rPr>
              <a:t>Rota do Perfume · Databricks Apps + Genie +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ONTEM À NOITE, DEPOIS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diretor ligou de novo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200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74520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“A lista ficou ótima. Os 200 nomes, com o motivo escrito. Perfeito.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9814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Só que ela está numa tela que só você abre. Eu pedi para o meu</a:t>
            </a:r>
          </a:p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gerente ver e ele me mandou um print. Print, Luciano.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9476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spc="-20">
                <a:solidFill>
                  <a:srgbClr val="7CC8FF"/>
                </a:solidFill>
                <a:latin typeface="Arial"/>
              </a:rPr>
              <a:t>Me manda um link. E eu quero marcar quem já foi contatado.”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57784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749543"/>
            <a:ext cx="100519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Essa é a aula de hoje. Duas frases, dois prompts.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TRÊS NOITES DE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Quem, hoje, consegue usar isso?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FICOU DE PÉ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1508760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QUEM CONSEGUE USAR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10549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Noite 1 · o dado no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2110549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escreve 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919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96933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Noite 2 · o pipeline que roda sozinho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2896933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escreve 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65576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83317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Noite 2 · o dashboard e o Genie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3683317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abre o dashboard — e é a única porta aberta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51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469701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Noite 3 · o modelo e a fila dos 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4469701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escreve SQL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4068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656072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empresa tem 3.000 clientes, 42 vendedores e um diretor.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Nenhum deles escreve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Um dado que só o time de dados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consegue abrir é um dado que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não existe para a empresa.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PROMESSA DE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projeto ganha uma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E, no último prompt, ganha um caminho de volta — que é a parte que quase todo projeto de dados esquece.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1 · Perguntar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Genie feito para a direção: a fila, o que ela vale, o que aconteceu depois. Fala em ligações, nunca em AUC.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2 · 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Databricks App com os 200 na tela, filtráveis por vendedor, e o Genie embutido numa aba.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7692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724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3 · Devolver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724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Quatro botões. O vendedor marca como foi a ligação, e isso vira uma linha na gold.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94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616448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Nenhuma tabela de análise nova. Tudo que a noite mostra já estava pronto ontem.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FORMATO DE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prompts, três deploys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3030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48687" y="1810512"/>
            <a:ext cx="9357207" cy="1303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prompt 1   + genie_direcao      o Genie da direção · gold.retorno_ligacao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prompt 2   + app                a fila dos 200 na tela, com o Genie dentro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prompt 3   + POST /api/retorno  o resultado da ligação volta para a gold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861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276409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bundle 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8696" y="3276409"/>
            <a:ext cx="56080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~20s · o Genie e a tabela entram no bundle da terça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176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07929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apps deploy (o primeiro)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8696" y="4007929"/>
            <a:ext cx="56080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3m44s · o app tem compute próprio, e ele nasce agora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491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739449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apps deploy (o segundo)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4739449"/>
            <a:ext cx="56080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1m04s · daí em diante é rápido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7150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931408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O job vai de 15 para 16 tarefas. O app é o único artefato da imersão com ciclo de deploy próprio.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ANTES DE ABRIR QUALQUER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que a gente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construiu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Três noites contadas na língua de quem paga a conta — sem uma palavra de arquitetura.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1 · SEGUNDA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“Qual foi a receita?”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A pergunta mais simples que existe. E ela quebrou.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3448202" cy="2057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existia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59710"/>
            <a:ext cx="293613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Dez arquivos exportados do ERP e do CRM. 28.729 pedidos, 3.040 clientes, 197.724 itens.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2112264"/>
            <a:ext cx="3448202" cy="2057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aconteceu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759710"/>
            <a:ext cx="293613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 soma da receita deu errado. Data em dois formatos, cliente duplicado, devolução somando como venda.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7692" y="2112264"/>
            <a:ext cx="3448202" cy="2057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724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O que o negócio aprendeu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724" y="2759710"/>
            <a:ext cx="293613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número que a diretoria vê depende de decisões que ninguém documentou.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3746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Fim da noite 1: o dado estava no lugar. Confiável, ainda não.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2 · TERÇA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“Como eu não repito isso todo mês?”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Seis prompts, seis deploys. O trabalho manual virou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ESTAVA ERRADO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48" y="2066543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QUANTO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2066543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ISSO CUSTAVA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3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81021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Datas em dd/mm/aaaa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41848" y="2581021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3.443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2581021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relatório de mês errado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35808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184525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Clientes duplicados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3184525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9208" y="3184525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carteira contada duas vezes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39312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88028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Cancelados com valor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41848" y="3788028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3788028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pedido que nunca existiu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42816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391533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Devoluções negativas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4391533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2.327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391533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receita inflada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12080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5432552"/>
            <a:ext cx="1005199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Receita que aparecia e não existia:  R$ 3.586.620,37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2 · TERÇA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 a diretoria ganhou duas portas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93366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Receita por mês, margem por categoria, ranking de marcas. Atualiza sozinho todo dia, porque o pipeline roda sozinho.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4592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Genie comercial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293366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Pergunta em português sobre a gold. Sabe que o pico do setor é o mês ANTERIOR à data comemorativa — porque alguém escreveu isso.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4592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Os testes que quebram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293366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Nove conferências. Se o número não fechar, o job PARA. Melhor o dashboard com o dado de ontem que com o dado errado de hoje.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44068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4895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Fim da noite 2: o número certo, todo dia, sem ninguém tocar.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3 · QUARTA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“Quais 200 eu ligo?”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3.000 clientes na base, 200 ligações boas por semana.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 ESTRATÉGIA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53528" y="2066543"/>
            <a:ext cx="3779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DOS 200, QUANTOS COMPRAM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3230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99309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aleatório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3528" y="2599309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23938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para quem sumiu há mais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3239388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1246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87946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para os maiores clientes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3528" y="3879468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52544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451954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para os 200 de maior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4519548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86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585967"/>
            <a:ext cx="1005199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4,25× mais pedidos com a mesma equipe, no mesmo horário, com o mesmo telefone.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3 · QUARTA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 a lista tem preço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448202" cy="21488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200 contatos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93366"/>
            <a:ext cx="293613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Os 200 maiores scores da base inteira, divididos pela carteira de 35 vendedores. Não é cota igual: é capacidade por pessoa.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45920"/>
            <a:ext cx="3448202" cy="2148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R$ 582.799,50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293366"/>
            <a:ext cx="293613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 soma de score × ticket médio de cada cliente da fila. É estimativa, e é o número que vai para a reunião de segunda.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45920"/>
            <a:ext cx="3448202" cy="21488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motivo por linha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293366"/>
            <a:ext cx="293613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“Compra a cada 8 dias e está há 26 sem pedido.” Score não é decisão — 0,84 não é uma ação.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4924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55751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Fim da noite 3: o pipeline parou de contar o passado e passou a dizer o que fazer.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AS TRÊS NOITES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Em quatro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6002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160020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42109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1 · o 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2142109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28.729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2007" y="2142109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pedidos que chegaram do ERP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2432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800477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2 · o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800477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191.080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7" y="2800477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linhas em gold.fato_vendas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82696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458845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3 · a decisão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458845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7" y="3458845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contatos na fila desta semana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4106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117213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4 · o retorno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4117213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17213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ligações que o time registrou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69467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última linha é a de hoje. Ela vale zero até alguém clicar num botão.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AS TRÊS NOITES NÃO RESOLVERAM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caminho de 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820095" cy="16459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38347" y="1993392"/>
            <a:ext cx="8267547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pipeline  →  score  →  fila  →  ligação  →  ???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↑                              │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└──────────────────────────────┘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   é este pedaço que falta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5760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863339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O modelo diz que 86 dos 200 vão comprar.</a:t>
            </a:r>
          </a:p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Ninguém aqui sabe se ele acertou.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 DECISÃO DE DESENHO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Três portas,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uma tabela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Dashboard, Genie e app leem exatamente o mesmo gold.fila_semanal. Não é redundância — é audiência.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QUE A SALA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que três, se o dado é o mesmo?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54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PORTA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1528" y="15544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PARA QUEM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7768" y="1554480"/>
            <a:ext cx="4144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SÓ ELA FAZ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14677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114677"/>
            <a:ext cx="3931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quem acompanha número recorrente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2114677"/>
            <a:ext cx="41449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agenda e alerta, sem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15184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809621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Genie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809621"/>
            <a:ext cx="3931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quem tem pergunta não prevista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09621"/>
            <a:ext cx="41449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responde o que não estava na tela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101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04565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3504565"/>
            <a:ext cx="3931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quem trabalha a lista todo 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3504565"/>
            <a:ext cx="41449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interação e escrita de volta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280659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Genie responde. App registra.</a:t>
            </a:r>
          </a:p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diferença não é a tecnologia — é a direção do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PEÇA NOVA DE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Databricks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Uma aplicação web que roda DENTRO do workspace, com identidade própria e acesso governado pelo Unity Catalog.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Não é servidor seu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Sem VM, sem Docker, sem domínio para comprar. O deploy é um comando e sai uma URL do workspace.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Login é o do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Quem não tem acesso ao workspace não abre. O app sabe QUEM está olhando — e é assim que o retorno grava quem clicou.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7692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724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6B5A"/>
                </a:solidFill>
                <a:latin typeface="Arial"/>
              </a:rPr>
              <a:t>Tem um usuário próprio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724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service principal criado junto com o app. E ele nasce sem permissão nenhuma no catálogo.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94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620512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O último cartão é o erro nº 1 de quem sobe o primeiro app. Voltamos nele no slide 29.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OUTRA PEÇA, QUE JÁ É VELHA 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que um SEGUNDO Genie?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544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1576" y="1554480"/>
            <a:ext cx="5425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RECORTE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8565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Rota do Perfume · 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51576" y="2238565"/>
            <a:ext cx="54251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12 fontes · da noite 2 · para o vendedor perguntar qualquer coisa da operação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9504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189541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Rota do Perfume · Direção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1576" y="3189541"/>
            <a:ext cx="54251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7 fontes · nasce hoje · para responder UMA decisão: quem ligar e quanto vale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96512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341368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Genie não é um por empresa. É um por audiência.</a:t>
            </a:r>
          </a:p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muda entre eles não é o dado — é o recorte e a instrução.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1 DE 3 · DEPLOY Nº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Genie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da direção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O space curado como código, mais a tabela que vai receber a resposta do time — e que nasce vazia.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FAZ UM GENIE RESPONDER MELHOR QUE O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instrução é 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O modelo é o mesmo. O dado é o mesmo. O que muda são vinte linhas escritas por alguém que entende o negócio.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6654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25685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“A fila é global, não é cota”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5816" y="225685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tem carteira quente recebe mais contatos, e isso está certo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9806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98837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“Receita esperada é ESTIMATIVA”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85816" y="298837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SUM(score × ticket_medio) nunca é receita realizada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2958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71989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“NUNCA cite AUC”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5816" y="371989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é métrica de quem treina. A métrica da direção é lift_top200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26110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445141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“Se for zero, diga que é zero”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445141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retorno_ligacao começa vazia — não invente, e não use a fila no lugar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6692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5863336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E tudo isso mora no Git: com histórico, revisão e rollback.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OUTRA ENTREGA DO PROMPT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tabela que nasce vazia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863851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8638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CREATE TABLE IF NOT EXISTS gold.retorno_ligacao (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cliente_id      INT,      vendedor    STRING,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status          STRING,   comentario  STRING,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registrado_em   TIMESTAMP,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registrado_por  STRING,   _referencia DATE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46932"/>
            <a:ext cx="5291175" cy="1691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88467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IF NOT EXISTS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294378"/>
            <a:ext cx="4779111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Toda tabela da gold é recriada a cada execução. Esta não pode ser: o dado dela não vem do pipeline, vem do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646932"/>
            <a:ext cx="5291175" cy="1691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88467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status é um conjunto fechado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4294378"/>
            <a:ext cx="4779111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vendeu · vai_pensar · sem_interesse · nao_atendeu. Sem isso, em três semanas a coluna tem “Vendeu”, “vendido” e “VENDEU”.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607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954775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É a única tabela do projeto que o pipeline cria e nunca recria.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AGORA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Prompt 1 · rodando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Enquanto ele trabalha, você fala — e isto leva 20 segundos, então fale rápido.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10820095" cy="14935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77337" y="2368296"/>
            <a:ext cx="8728557" cy="149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resources/direcao.geniespace.json      as 7 fontes e as instruções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resources/genie-direcao.genie_space.yml  o recurso no bundle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src/gold/11-retorno-ligacao.sql        a tabela do caminho de volta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resources/pipeline.job.yml             +1 tarefa  → 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25823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64075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NÃO use --auto-approve.</a:t>
            </a:r>
          </a:p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deploy pedir para apagar o dashboard ou o Genie comercial, pare.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CONFERÊNCIA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perguntas, na frente da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54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 PERGUNTA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0488" y="155448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TEM QUE APARECER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114677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Quanto vale a fila desta semana?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0488" y="211467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R$ 582.799,50 — e a palavra estimativa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15184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809621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Quantas ligações já foram registradas?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809621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zero, e a frase de que ninguém registrou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101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04565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 modelo é bom?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504565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4,25× ou 86 de 200. Nunca AUC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1663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388356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Use “Show generated code” em toda resposta.</a:t>
            </a:r>
          </a:p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É o hábito que separa quem USA Genie de quem CONFIA em Genie.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DEPLOY Nº 1 ·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existe agora que não existia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segundo Genie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Sete fontes, instrução própria, no Git. O comercial continua de pé, intacto.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Uma tabela vazia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gold.retorno_ligacao, com COMMENT em toda coluna — a auditoria da noite 2 vale para ela também.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16 tarefas no job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 noite 4 acrescentou uma, e ela não calcula nada: só garante que a tabela existe.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032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 o diretor ainda não tem onde clicar. É o próximo prompt.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2 DE 3 · DEPLOY Nº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Uma URL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A fila dos 200 na tela, filtrável por vendedor, com o Genie do prompt anterior embutido numa aba.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ESCREVER QUALQUER COISA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o diretor tem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3949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39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SELECT vendedor, ordem, razao_social, ROUND(score,2) AS nota,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     motivo, sugestao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FROM   lakehouse_rotaperfume.gold.fila_semanal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ORDER  BY score DESC;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69488"/>
            <a:ext cx="10820095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595623"/>
            <a:ext cx="1005199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>
                <a:solidFill>
                  <a:srgbClr val="9BAAC0"/>
                </a:solidFill>
                <a:latin typeface="Arial"/>
              </a:rPr>
              <a:t>Está certíssimo. Agora imagine mandar isso para o diretor toda segunda de manhã.</a:t>
            </a:r>
          </a:p>
          <a:p>
            <a:pPr algn="l">
              <a:lnSpc>
                <a:spcPct val="128000"/>
              </a:lnSpc>
            </a:pPr>
            <a:r>
              <a:rPr sz="1550" b="0">
                <a:solidFill>
                  <a:srgbClr val="9BAAC0"/>
                </a:solidFill>
                <a:latin typeface="Arial"/>
              </a:rPr>
              <a:t>Ele vai pedir para filtrar por vendedor. Depois, para marcar quem já foi contatado.</a:t>
            </a:r>
          </a:p>
          <a:p>
            <a:pPr algn="l">
              <a:lnSpc>
                <a:spcPct val="128000"/>
              </a:lnSpc>
            </a:pPr>
            <a:r>
              <a:rPr sz="1550" b="0">
                <a:solidFill>
                  <a:srgbClr val="9BAAC0"/>
                </a:solidFill>
                <a:latin typeface="Arial"/>
              </a:rPr>
              <a:t>Na terceira semana, ele volta a ligar pela intuição.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PROMPT VAI MONTAR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telas, quatro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98881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77337" y="1810512"/>
            <a:ext cx="8728557" cy="1988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config/queries/kpis_semana.sql     os quatro números do topo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config/queries/vendedores.sql      o filtro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config/queries/fila.sql            os 200, com o retorno de cada um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config/queries/acompanhamento.sql  o desfecho por vendedor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client/src/pages/  A semana  ·  Acompanhamento  ·  Perguntar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909060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178300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Nenhuma query dentro do React. SQL em arquivo .sql, interface em arquivo de interface —</a:t>
            </a:r>
          </a:p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e o nome do arquivo é a chave que a tela pede.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TELA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Os quatro números do diretor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Medidos hoje, no workspace. É o que ele vê ao abrir o 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200</a:t>
            </a:r>
          </a:p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contatos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178048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em 35 vendedores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0259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6291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R$ 582.799,50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837180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receita esperada — soma de score × ticket médio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0751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3B9DF5"/>
                </a:solidFill>
                <a:latin typeface="Arial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2837180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conversão prevista, contra 10,1% ligando às cegas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9179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211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6B5A"/>
                </a:solidFill>
                <a:latin typeface="Arial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211" y="2837180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ligações registradas. Por enquanto.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34924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5570727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O terceiro cartão é o projeto inteiro numa linha — e agora está numa página que o diretor abre sozinho.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ERRO Nº 1 DE QUEM SOBE O PRIMEIRO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app é um usuário do Unity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22606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226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# no databricks.yml, isto dá acesso ao COMPUTE: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- name: sql-warehouse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sql_warehouse: { id: ..., permission: CAN_USE }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# e isto, ao DADO — sem os três, a tela carrega VAZIA: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GRANT USE CATALOG ON CATALOG lakehouse_rotaperfume TO `&lt;sp&gt;`;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GRANT USE SCHEMA  ON SCHEMA  lakehouse_rotaperfume.gold TO `&lt;sp&gt;`;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GRANT SELECT      ON SCHEMA  lakehouse_rotaperfume.gold TO `&lt;sp&gt;`;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089400"/>
            <a:ext cx="10820095" cy="7315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43400"/>
            <a:ext cx="1005199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tela do erro é a pior possível: ela carrega, não quebra, e mostra vazio.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RECOMPENSA DA NOITE 2, TRÊS DIAS DEPOIS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Os tipos vêm do catálogo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863851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8638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// gerado por `npm run typegen`, lendo o Unity Catalog: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/** Probabilidade de o cliente fazer pedido nos próximos 7 dias. */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score: number;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/** Por que este cliente está na lista, escrito para o vendedor ler. */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motivo: string;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38372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022344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COMMENT que a auditoria exigiu na terça virou documentação dentro do editor.</a:t>
            </a:r>
          </a:p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Metadado não é documentação para humano ler: é interface.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AGORA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Prompt 2 · rodando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Este é o deploy mais longo da imersão inteira. Não é travamento — é o compute do app nascendo.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206654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TEMPO MEDIDO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4888" y="2066543"/>
            <a:ext cx="4327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ACONTECE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99309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databricks apps init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599309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~60s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2599309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clona o template e instala dependência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7238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239388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typegen + 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23938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~6s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3239388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descreve as queries no warehouse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1246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879468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apps deploy (1º)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8794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3m44s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3879468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provisiona compute, instala, faz 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352544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519548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apps deploy (2º)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451954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1m04s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4519548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daí em diante é rápido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4864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5680455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Tenha os slides 29 e 30 prontos para preencher esses quatro minutos.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DEPLOY Nº 2 ·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Confira contra o banco, lado a 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544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A TELA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6" y="155448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A QUERY QUE PROVA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2883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Contatos · 200 · 35 vendedores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12883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COUNT(*) e COUNT(DISTINCT vendedor) em fila_semanal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004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6035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Receita esperada · R$ 582.799,50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86035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SUM(score * ticket_medio)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0156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9187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Conversão prevista · 43%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6" y="359187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acertos_top200 / 200, da última versão de modelo_metricas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33087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32339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Filtro · Débora Souza ·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432339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maior número de contatos da fila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6692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863336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Abra o app e o SQL Editor lado a lado. Todo número da tela tem uma query atrás.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E A TERCEIRA 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mesmo Genie, agora dentro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Uma definição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space do prompt 1 é o mesmo objeto. O app não tem uma cópia — ele aponta para o recurso.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Duas portas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Quem prefere a interface do Databricks abre o space. Quem vive no app pergunta na aba, sem trocar de tela.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O SQL sempre à 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Toda resposta traz a query que a produziu. Resposta de IA sem o caminho não vai para reunião.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032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diretor já tem link e já pergunta. Falta ele conseguir RESPONDER.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3 DE 3 · DEPLOY Nº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caminho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de volta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Quatro botões. O que o vendedor responde hoje é o rótulo de treino da semana que vem.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PROJETO AINDA NÃO SABE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dado sai e não 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820095" cy="136017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38347" y="1993392"/>
            <a:ext cx="8267547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pipeline  →  score  →  fila  →  ligação  →  ???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↑                              │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└──────────────────────────────┘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26130"/>
            <a:ext cx="10820095" cy="10972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616706"/>
            <a:ext cx="10051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É o pedaço mais barato do projeto inteiro — uma tabela e um botão.</a:t>
            </a:r>
          </a:p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E é o que separa um relatório de um produto de dados.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ISSO IMPORTA PARA O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retorno de hoje é o rótulo de amanhã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72221"/>
            <a:ext cx="4389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Como a noite 3 treinou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8696" y="1772221"/>
            <a:ext cx="56080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 comprou_em_7d, calculado do histórico de pedidos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40864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558605"/>
            <a:ext cx="4389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que isso não enxerga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8696" y="2558605"/>
            <a:ext cx="56080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cliente que não comprou PORQUE ninguém ligou para ele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344989"/>
            <a:ext cx="4389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 que o retorno acrescenta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8696" y="3344989"/>
            <a:ext cx="56080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ligou e vendeu · ligou e não vendeu · nem ligou — três coisas diferentes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69664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422648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Sem o retorno, o modelo aprende sobre quem comprou.</a:t>
            </a:r>
          </a:p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Com ele, aprende sobre quem foi abordado — que é a decisão real.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DECISÃO DE ENGENHARIA DO PROMPT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Botão é interface. O enum é o contrato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80975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const RetornoSchema = z.object({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cliente_id: z.number().int(),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status:     z.enum(['vendeu', 'vai_pensar',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                  'sem_interesse', 'nao_atendeu']),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comentario: z.string().max(500).default(''),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});   // corpo inválido → 400, sem tocar no warehouse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84270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96824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front puder mandar status livre, em três semanas a coluna tem</a:t>
            </a:r>
          </a:p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“vendeu”, “Vendeu”, “vendido” e “VENDEU” — e nenhum relatório fecha.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PARA A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 permissão o app precisa para escrever?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6459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GRANT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1645920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ELE PERMITE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29968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330005"/>
            <a:ext cx="4937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MODIFY no schema 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2330005"/>
            <a:ext cx="50593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app pode alterar fato_vendas, os marts, a fila. Tudo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280981"/>
            <a:ext cx="4937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MODIFY na tabela retorno_ligacao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3280981"/>
            <a:ext cx="50593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app só pode escrever onde ele é dono do 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96512"/>
            <a:ext cx="10820095" cy="70065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10088575" cy="700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7CC8FF"/>
                </a:solidFill>
                <a:latin typeface="Consolas"/>
              </a:rPr>
              <a:t>GRANT MODIFY ON TABLE gold.retorno_ligacao TO `&lt;sp&gt;`;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89779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307203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Em TABLE, não em SCHEMA. Permissão é desenho, não burocracia.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CLICAR EM 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teste que prova o ciclo inteiro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Sete passos com o SQL Editor e o app lado a lado. É o que transforma “o app grava” em “eu vi gravar”.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44568" y="206654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0568" y="2066543"/>
            <a:ext cx="4602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VOCÊ VÊ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3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62733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 · o estado inicial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62733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SQL Editor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0568" y="2562733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SELECT COUNT(*) em retorno_ligacao →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999232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129661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 · escolher quem ligar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129661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SQL Editor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3129661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cliente 2137 · Farmácia Serena · score 0,974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566160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696589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 · o mesmo cliente com LEFT JOIN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696589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SQL Editor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3696589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retorno e registrado_por vêm NULL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33087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63516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 · o apontamento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26351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263516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comentário + Vendeu. O cartão sobe na 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00016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830444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5 · a mesma query de novo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830444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SQL Editor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4830444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a linha existe, com o SEU e-mail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266944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5397372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6 · o acompanhamento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397372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os dois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0568" y="5397372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número da tela bate com o do banco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833872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5964301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7 · a pergunta ao Genie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5964301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Genie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5964301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ele responde o número novo, sem mudar nada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8064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6000495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O passo 5 é o que a sala precisa ver: o NULL de trinta segundos atrás virou dado.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PASSO 3 E O PASSO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mesma query, trinta segundos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3949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39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SELECT f.razao_social, r.status AS retorno, r.registrado_por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FROM   gold.fila_semanal f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LEFT JOIN gold.retorno_ligacao r ON r.cliente_id = f.cliente_id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WHERE  f.cliente_id = 2137;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78047"/>
            <a:ext cx="5291175" cy="1600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415791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ANTES do clique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825493"/>
            <a:ext cx="4779111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retorno → NULL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registrado_por → NULL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pipeline sabe a quem ligar e não sabe o que aconteceu.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178047"/>
            <a:ext cx="5291175" cy="16002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415791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DEPOIS do clique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3825493"/>
            <a:ext cx="4779111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retorno → vendeu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registrado_por → o seu e-mail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caminho de volta existe, e tem nome e hora.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607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950711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Não é o app que impressiona. É o NULL que virou dado.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DEPLOY Nº 3 ·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Agora clique — e volte para o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544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 SEQUÊNCIA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4728" y="155448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A SALA VÊ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96389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 · Farmácia Serena, Goiânia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728" y="2096389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primeiro da fila, chance de 97%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7860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754757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 · comentário e “Vendeu”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2754757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cartão vai de 0 para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36976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413125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 · SELECT na retorno_ligacao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4728" y="3413125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a linha está lá, com o SEU e-mail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95344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4071493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 · a mesma pergunta ao Genie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4728" y="4071493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responde 1 e 1 — e há 20 min respondia zero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94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60425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Nenhuma linha do Genie mudou. Mudou o dado embaixo dele.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EXISTE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ciclo fechado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820095" cy="15697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75407" y="1947672"/>
            <a:ext cx="8930487" cy="156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CSV  →  bronze  →  silver  →  gold  →  modelo  →  fila  →  app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                                ↑                              │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                                │        retorno da ligação    │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                                └──────────────────────────────┘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89960"/>
            <a:ext cx="10820095" cy="10972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788664"/>
            <a:ext cx="10051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Quatro noites. Um catálogo, um pipeline de 16 tarefas, um modelo, dois Genies e um app.</a:t>
            </a:r>
          </a:p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E o dado dá a volta inteira.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UMA QUERY SÓ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imersão inteira, em quatro linhas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6002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160020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42109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1 · o 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2142109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28.729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2007" y="2142109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pedidos que chegaram do ERP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2432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800477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2 · o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800477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191.080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7" y="2800477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linhas em gold.fato_vendas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82696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458845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3 · a decisão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458845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7" y="3458845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contatos na fila desta semana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4106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117213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4 · o retorno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4117213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17213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ligações que o time registrou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69467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última linha só tem número porque alguém clicou num botão aqui, agora.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NÃO É UM CURSO QUE VOCÊ ASSISTIU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fica com você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repositório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47646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Bundle versionado, 16 tarefas, testes que quebram o job, dois Genies e um app. Tudo em código, tudo no Git.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00200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caso de negócio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247646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“4,25× mais pedidos com a mesma equipe” é uma frase de entrevista. E você sabe explicar cada número dela.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00200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Um método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247646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Prompt, deploy, conferência contra o banco. Repetido quinze vezes em quatro noites.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032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Rode o 99-limpar de cada noite e refaça sozinho. É aí que assenta.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SE VOCÊ QUER CONTINUAR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onde seguir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4478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Refazer as quatro noites sozinho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7336" y="174478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scripts 99-limpar devolvem o ambiente ao estado anterior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7630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Trocar o dataset pelo seu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17336" y="247630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formato é CSV; a sujeira do seu ERP é mais interessante que a nossa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Agendar o job e monitorar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320782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pipeline já é agendado — falta você olhar o que ele faz sem você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49039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3934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Retreinar com o retorno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393934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daqui a um mês, gold.retorno_ligacao tem dado suficiente para virar rótulo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6692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863336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O último item é o projeto ficando mais inteligente sozinho — porque o ciclo fechou.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PARA LER COM CALMA AMANHÃ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documentação do que a gente usou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Tudo desta noite está documentado. Estes são os pontos de partida — o resto se acha a partir deles.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" y="2066543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ASSUNTO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2936" y="2066543"/>
            <a:ext cx="59737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ONDE 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50591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613469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Databricks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2936" y="2613469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docs.databricks.com/dev-tools/databricks-apps · o que é, frameworks e deploy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9012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Apps · conceitos e permissões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936" y="3290125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.../databricks-apps/key-concepts · o service principal e o modelo de acesso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03904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66781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Apps · boas práticas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966781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.../databricks-apps/best-practices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8056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43437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AI/BI Genie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4643437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docs.databricks.com/genie · a experiência de perguntar em português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15721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32009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Genie Agents · afinar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2936" y="5320093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docs.databricks.com/genie-agents/tune-quality · instruções e qualidade da resposta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833872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" y="5996749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Unity Catalog · privilégios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5996749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docs.databricks.com/data-governance/unity-catalog/manage-privileges · o GRANT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Segunda, uma query quebrou.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Hoje, um clique virou uma linha na gold.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E vocês construíram junto. Não assistiram.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